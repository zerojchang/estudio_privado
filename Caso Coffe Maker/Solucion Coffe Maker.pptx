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277" r:id="rId6"/>
    <p:sldId id="264" r:id="rId7"/>
    <p:sldId id="293" r:id="rId8"/>
    <p:sldId id="294" r:id="rId9"/>
    <p:sldId id="295" r:id="rId10"/>
    <p:sldId id="268" r:id="rId11"/>
    <p:sldId id="296" r:id="rId12"/>
    <p:sldId id="297" r:id="rId13"/>
    <p:sldId id="298" r:id="rId14"/>
    <p:sldId id="299" r:id="rId15"/>
    <p:sldId id="300" r:id="rId16"/>
    <p:sldId id="27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204" autoAdjust="0"/>
  </p:normalViewPr>
  <p:slideViewPr>
    <p:cSldViewPr snapToGrid="0">
      <p:cViewPr varScale="1">
        <p:scale>
          <a:sx n="103" d="100"/>
          <a:sy n="103" d="100"/>
        </p:scale>
        <p:origin x="912" y="108"/>
      </p:cViewPr>
      <p:guideLst>
        <p:guide orient="horz" pos="792"/>
        <p:guide pos="3144"/>
        <p:guide orient="horz" pos="960"/>
      </p:guideLst>
    </p:cSldViewPr>
  </p:slideViewPr>
  <p:outlineViewPr>
    <p:cViewPr>
      <p:scale>
        <a:sx n="33" d="100"/>
        <a:sy n="33" d="100"/>
      </p:scale>
      <p:origin x="0" y="-1194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5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ABBF3-49A8-4B3F-9773-22E67695BB12}" type="datetimeFigureOut">
              <a:rPr lang="en-US" smtClean="0"/>
              <a:t>8/21/2025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B6193-5AA7-489B-8575-00593FC261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AAC2B-A50D-4386-849A-6B59FB991B4C}" type="datetimeFigureOut">
              <a:rPr lang="en-US" smtClean="0"/>
              <a:t>8/21/2025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95658-EA1F-4910-80AB-4DA76E1674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864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716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5605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F9B02-A508-CCBB-C277-BFCB5A258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1B06F6-2F25-7FFF-6037-39E3FA1D02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A3AC18-1E8E-C5E9-5C4C-61FD324513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EE02E3-FDB6-2CC1-5304-C8DDD6C36F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4854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C72CF-9327-2D84-B628-715E2138A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2FBE19-6AC2-482B-0FE6-F0B23A6CE2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1CCB36-C5AB-899D-536D-471BF76991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10AB01-1BFB-4963-1FEE-A6FC9FD3A7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4665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AC050-3C13-E0FA-3D30-2CD6CE5D8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2F5BA3-8705-90FC-BB97-E9755F3032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FCFFC-A391-29A0-E29C-BA5A185B87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105096-9F34-7630-8875-8F6FB8123A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0014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2262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3BFEE-4C03-AD7A-9BFE-6E8CF40ED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918133-3584-148C-3CDB-68F85C2032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428994-646D-9042-6474-8083941F28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62437F-A8B9-7166-471F-FD0862AD67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31459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C0554-D1E5-451E-0A53-3C7EB62CD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647340-10F9-3F6D-C97C-3BEBD10672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437FFD-D3BC-F496-1E69-66A594E895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11B8D6-07D5-F156-D15A-60930CAAAA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93989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C107C-6B3C-ADC1-39BB-709B5B265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6B5AFC-CCAF-A106-CA05-8268E1C60A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884EF3-9030-BA5D-B20F-5561A43616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73AEC2-773B-3309-77A6-41B0CF55F4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51869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ACE7A-F208-32EB-A3F4-BE7CF72D7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079280-BC49-68A1-48E6-96B896374B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122C91-CC90-FE2E-6C6C-5F6C983576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714C7A-090D-D3C9-0216-2FDC7305B8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0376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C8BFB-D88A-38F1-D22D-3736E73B3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3ED745-B0E1-CA4C-C7C9-F1A63C5688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E6BE88-4DAE-0E79-EE43-B2B8F22DF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7387D4-49B3-0E55-997A-197BE27091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4291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125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10" Type="http://schemas.openxmlformats.org/officeDocument/2006/relationships/image" Target="../media/image5.png"/><Relationship Id="rId4" Type="http://schemas.openxmlformats.org/officeDocument/2006/relationships/image" Target="../media/image14.png"/><Relationship Id="rId9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4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9AF4D7D-42EC-4F30-296A-81B05C4E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anchor="ctr"/>
          <a:lstStyle>
            <a:lvl1pPr algn="l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7039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50" y="429461"/>
            <a:ext cx="6343650" cy="2668463"/>
          </a:xfrm>
        </p:spPr>
        <p:txBody>
          <a:bodyPr anchor="b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83B974-C7F1-5026-EC6E-647371B64BB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38712" y="3299953"/>
            <a:ext cx="6338888" cy="26684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4914EB-20DD-97B4-8FF9-94D739D21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0" name="Picture 19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632" y="-7753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925BB7-B630-981C-964B-37A5DCBE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6165" y="635508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B4D24B0-E841-7B76-D133-06ABBAB6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7D011F5-A799-BEAA-9160-5743D58B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3694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anchor="ctr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Picture 10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96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544285"/>
            <a:ext cx="6594768" cy="3445329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9789" y="4130045"/>
            <a:ext cx="6594768" cy="195152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A24CB0-5164-75CE-ED27-EF876C19C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/>
            <p:nvPr userDrawn="1"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>
              <a:off x="2039471" y="406189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27BDAED-0D36-04AE-1A0C-E36977943C38}"/>
                </a:ext>
              </a:extLst>
            </p:cNvPr>
            <p:cNvGrpSpPr/>
            <p:nvPr userDrawn="1"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CF3798F-8E8C-7928-8347-8BC5B07B29F9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A488BF7D-B7D9-249A-4EC2-8A1F6311D1BD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C68EE8A4-53F3-EAAD-F43C-1F73C11BCE4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806ABFB8-B814-19D4-3D47-A20F5AE8785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92340A8-8A61-1791-D56D-37F56A662FE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oup 34">
                          <a:extLst>
                            <a:ext uri="{FF2B5EF4-FFF2-40B4-BE49-F238E27FC236}">
                              <a16:creationId xmlns:a16="http://schemas.microsoft.com/office/drawing/2014/main" id="{CD482B6F-4CF8-CEB3-7478-EB1A76DCF567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oup 36">
                            <a:extLst>
                              <a:ext uri="{FF2B5EF4-FFF2-40B4-BE49-F238E27FC236}">
                                <a16:creationId xmlns:a16="http://schemas.microsoft.com/office/drawing/2014/main" id="{48DB94FE-59B9-2EAD-D619-84D732CEACD3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E9EB6EED-2663-2442-C484-EF27395DCEB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40" name="Oval 39">
                              <a:extLst>
                                <a:ext uri="{FF2B5EF4-FFF2-40B4-BE49-F238E27FC236}">
                                  <a16:creationId xmlns:a16="http://schemas.microsoft.com/office/drawing/2014/main" id="{E5978766-DE51-5FF5-41BE-B1007C37165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8" name="Oval 37">
                            <a:extLst>
                              <a:ext uri="{FF2B5EF4-FFF2-40B4-BE49-F238E27FC236}">
                                <a16:creationId xmlns:a16="http://schemas.microsoft.com/office/drawing/2014/main" id="{749B68DA-C119-6301-085A-2E7F3F7E3CB1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6" name="Oval 35">
                          <a:extLst>
                            <a:ext uri="{FF2B5EF4-FFF2-40B4-BE49-F238E27FC236}">
                              <a16:creationId xmlns:a16="http://schemas.microsoft.com/office/drawing/2014/main" id="{D753957E-F4A5-E4CA-B8B3-F6AE73F159F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3C4F46AE-42C2-9E3D-D294-F9297389D11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2376F25-4466-0F15-CD2F-B821AC9CCE5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BC988D2-4FFC-612A-DD91-A41B6194E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3690E8A-1D3D-3D5D-932E-D2A2CFE5BDAB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AE08D7C-4190-C00C-19F0-BEC1F608B97A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B3E9873-3672-0001-60F1-6068B67A6DF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CD85BCE-3B9E-234C-4D1D-EC1A6A57D298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CC66A2F-CBBE-220E-5ECB-528B8EE34F83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7B0A7FC-B497-31A6-1F93-414F96AF4C4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CEA94B-F499-5FCA-D063-7FD71F10F95B}"/>
                </a:ext>
              </a:extLst>
            </p:cNvPr>
            <p:cNvSpPr/>
            <p:nvPr userDrawn="1"/>
          </p:nvSpPr>
          <p:spPr>
            <a:xfrm>
              <a:off x="9867" y="405160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723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896112"/>
            <a:ext cx="6589150" cy="1988706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EF03D4-C3B7-918C-FF43-0A9C106AC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7" name="Date Placeholder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295" y="6355080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8" name="Footer Placeholder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414F1-8F08-3A3B-45E3-9F44595164A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2001" y="3058886"/>
            <a:ext cx="6597372" cy="3296194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ts val="2000"/>
              </a:lnSpc>
              <a:defRPr sz="1800">
                <a:solidFill>
                  <a:schemeClr val="bg1"/>
                </a:solidFill>
              </a:defRPr>
            </a:lvl2pPr>
            <a:lvl3pPr marL="914400">
              <a:lnSpc>
                <a:spcPts val="2000"/>
              </a:lnSpc>
              <a:defRPr sz="1800">
                <a:solidFill>
                  <a:schemeClr val="bg1"/>
                </a:solidFill>
              </a:defRPr>
            </a:lvl3pPr>
            <a:lvl4pPr marL="1371600">
              <a:lnSpc>
                <a:spcPts val="2000"/>
              </a:lnSpc>
              <a:defRPr sz="1800">
                <a:solidFill>
                  <a:schemeClr val="bg1"/>
                </a:solidFill>
              </a:defRPr>
            </a:lvl4pPr>
            <a:lvl5pPr marL="1828800">
              <a:lnSpc>
                <a:spcPts val="2000"/>
              </a:lnSpc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F09F422-89F7-BDA7-7801-F364BA5D9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oup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0591F-8CE8-B626-C81A-6C960B2BAE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92" name="Date Placeholder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193" name="Footer Placeholder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94" name="Slide Number Placeholder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881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1BC9BFE-80C0-4DA9-92DB-070C41E41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097646">
            <a:off x="403102" y="-983359"/>
            <a:ext cx="2029968" cy="2029968"/>
          </a:xfrm>
          <a:prstGeom prst="rect">
            <a:avLst/>
          </a:prstGeom>
        </p:spPr>
      </p:pic>
      <p:sp>
        <p:nvSpPr>
          <p:cNvPr id="8" name="Rectangle 23">
            <a:extLst>
              <a:ext uri="{FF2B5EF4-FFF2-40B4-BE49-F238E27FC236}">
                <a16:creationId xmlns:a16="http://schemas.microsoft.com/office/drawing/2014/main" id="{F5ED01E4-35BF-4165-86B2-E3BDFD91D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8190">
            <a:off x="-1025089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7E6DD28-C71B-4484-973A-D12A27730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902533">
            <a:off x="407892" y="1900474"/>
            <a:ext cx="2029968" cy="2029968"/>
          </a:xfrm>
          <a:prstGeom prst="rect">
            <a:avLst/>
          </a:prstGeom>
        </p:spPr>
      </p:pic>
      <p:sp>
        <p:nvSpPr>
          <p:cNvPr id="11" name="Rectangle 23">
            <a:extLst>
              <a:ext uri="{FF2B5EF4-FFF2-40B4-BE49-F238E27FC236}">
                <a16:creationId xmlns:a16="http://schemas.microsoft.com/office/drawing/2014/main" id="{AB403917-256D-4254-A12F-F8BD1947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13443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B06A536-5FCB-4761-9EFF-D54BE44B1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8786">
            <a:off x="-1021285" y="3355869"/>
            <a:ext cx="2029968" cy="202996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B73C61F-3D48-4791-8280-D98D2C01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3489227">
            <a:off x="1859807" y="3357927"/>
            <a:ext cx="2029968" cy="202996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4213EEF-F759-4045-9F53-49C1B4ECE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A4D38A-6ACD-4296-B454-E5BD7EAC7990}"/>
                </a:ext>
              </a:extLst>
            </p:cNvPr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E32D04-F635-443B-B642-A509F0473CB5}"/>
                </a:ext>
              </a:extLst>
            </p:cNvPr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95F7659-0C0B-4798-8392-E6B36B62DEA4}"/>
                </a:ext>
              </a:extLst>
            </p:cNvPr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B69ABA-A9D2-4649-A1AB-E12AA2D2C8E7}"/>
                </a:ext>
              </a:extLst>
            </p:cNvPr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B88CE23-E34F-470C-8C56-46C08322365F}"/>
                </a:ext>
              </a:extLst>
            </p:cNvPr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CEDE2-961E-42E0-AF9C-3D070C974007}"/>
                </a:ext>
              </a:extLst>
            </p:cNvPr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B930397-7A2A-4C50-9EC9-7E3107D065D2}"/>
                </a:ext>
              </a:extLst>
            </p:cNvPr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A98174-D81B-4241-92F9-D0D2028FFEA9}"/>
                </a:ext>
              </a:extLst>
            </p:cNvPr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4CE4FB8-5E60-4288-B2FA-CF9316ED449F}"/>
                </a:ext>
              </a:extLst>
            </p:cNvPr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F69FE5C-0AF0-42F6-A721-9E2244C967AA}"/>
                </a:ext>
              </a:extLst>
            </p:cNvPr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311083-D41B-4770-B6A9-AFA83AAF2885}"/>
                </a:ext>
              </a:extLst>
            </p:cNvPr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0A62EE-9416-445D-B0B2-018F008614B8}"/>
                </a:ext>
              </a:extLst>
            </p:cNvPr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92E211-EBEF-4E62-97FD-46ECC42436DF}"/>
                </a:ext>
              </a:extLst>
            </p:cNvPr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C8A63A1-564C-478A-B490-96E1C76014CC}"/>
                </a:ext>
              </a:extLst>
            </p:cNvPr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62FC41-462F-4E99-AACA-F5B9C804FB14}"/>
                </a:ext>
              </a:extLst>
            </p:cNvPr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9B61AC-B03D-4064-9DE6-9818F53F333C}"/>
                </a:ext>
              </a:extLst>
            </p:cNvPr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04BA00-790F-438D-AC93-117E23CF2099}"/>
                </a:ext>
              </a:extLst>
            </p:cNvPr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788A3CD7-1915-41CF-9FB5-E6FEDCA8F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3659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FEE07693-1822-40D4-88A4-0F663C787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5546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142DAF-BE54-C239-5685-89D55E027E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0440" y="896111"/>
            <a:ext cx="7889768" cy="2039341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2EBD71-EB16-773C-A6CB-C6E1259AE70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20440" y="3259056"/>
            <a:ext cx="2994660" cy="3006531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ts val="2000"/>
              </a:lnSpc>
              <a:defRPr sz="1800"/>
            </a:lvl2pPr>
            <a:lvl3pPr>
              <a:lnSpc>
                <a:spcPts val="2000"/>
              </a:lnSpc>
              <a:defRPr sz="1800"/>
            </a:lvl3pPr>
            <a:lvl4pPr>
              <a:lnSpc>
                <a:spcPts val="2000"/>
              </a:lnSpc>
              <a:defRPr sz="1800"/>
            </a:lvl4pPr>
            <a:lvl5pPr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944BE1-9937-7EA2-AA56-336B8D5CA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26432" y="3253740"/>
            <a:ext cx="4580088" cy="3006531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372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2161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7877" y="898524"/>
            <a:ext cx="7606895" cy="2029967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1CF25F4-1889-5FE4-9BE0-413C509639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C28908-2548-441C-BE9D-8728E1FC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31DC170-FB16-45F8-B62C-DCAB2B9A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8" y="5865203"/>
            <a:ext cx="2019299" cy="99945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E2E4A5-BFB0-8F89-C606-A1581EB9FC6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03953" y="3259138"/>
            <a:ext cx="7615274" cy="2978150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685800">
              <a:lnSpc>
                <a:spcPts val="2000"/>
              </a:lnSpc>
              <a:defRPr sz="1800">
                <a:solidFill>
                  <a:schemeClr val="tx2"/>
                </a:solidFill>
              </a:defRPr>
            </a:lvl2pPr>
            <a:lvl3pPr marL="1143000">
              <a:lnSpc>
                <a:spcPts val="2000"/>
              </a:lnSpc>
              <a:defRPr sz="1800">
                <a:solidFill>
                  <a:schemeClr val="tx2"/>
                </a:solidFill>
              </a:defRPr>
            </a:lvl3pPr>
            <a:lvl4pPr marL="1600200">
              <a:lnSpc>
                <a:spcPts val="2000"/>
              </a:lnSpc>
              <a:defRPr sz="1800">
                <a:solidFill>
                  <a:schemeClr val="tx2"/>
                </a:solidFill>
              </a:defRPr>
            </a:lvl4pPr>
            <a:lvl5pPr marL="2057400">
              <a:lnSpc>
                <a:spcPts val="2000"/>
              </a:lnSpc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9" name="Date Placeholder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395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70" name="Footer Placeholder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8630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8F81CD-65D4-6CA1-E2C2-34DF58B5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9657A-6BE9-88F7-BE4C-6BF3C13F7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B2BB8E-26BE-8FBF-1C62-4F4285819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64BEFA-BF82-8BAF-1977-518DCAB0F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4C6E7FC-E03B-5EE2-7126-8CC1FBCB9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9957EF-0F68-275E-1FFC-87388D717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ECEEA3-55C1-1632-4F14-7E57A8026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6290E86-B21F-0C88-099F-07B046CA1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6" name="Rectangle 23">
            <a:extLst>
              <a:ext uri="{FF2B5EF4-FFF2-40B4-BE49-F238E27FC236}">
                <a16:creationId xmlns:a16="http://schemas.microsoft.com/office/drawing/2014/main" id="{E489F066-AA0F-D3C7-739B-15808100E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283415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896112"/>
            <a:ext cx="10668000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FC509-0D49-9500-59C9-DAE0A699F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417197"/>
            <a:ext cx="4278313" cy="3737541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n-US" sz="1800" smtClean="0"/>
            </a:lvl1pPr>
            <a:lvl2pPr>
              <a:spcBef>
                <a:spcPts val="0"/>
              </a:spcBef>
              <a:spcAft>
                <a:spcPts val="1200"/>
              </a:spcAft>
              <a:defRPr lang="en-US" sz="1800" smtClean="0"/>
            </a:lvl2pPr>
            <a:lvl3pPr>
              <a:spcBef>
                <a:spcPts val="0"/>
              </a:spcBef>
              <a:spcAft>
                <a:spcPts val="1200"/>
              </a:spcAft>
              <a:defRPr lang="en-US" sz="1800" smtClean="0"/>
            </a:lvl3pPr>
            <a:lvl4pPr>
              <a:spcBef>
                <a:spcPts val="0"/>
              </a:spcBef>
              <a:spcAft>
                <a:spcPts val="1200"/>
              </a:spcAft>
              <a:defRPr lang="en-US" sz="1800" smtClean="0"/>
            </a:lvl4pPr>
            <a:lvl5pPr>
              <a:spcBef>
                <a:spcPts val="0"/>
              </a:spcBef>
              <a:spcAft>
                <a:spcPts val="1200"/>
              </a:spcAft>
              <a:defRPr lang="en-US" sz="1800"/>
            </a:lvl5pPr>
          </a:lstStyle>
          <a:p>
            <a:pPr lvl="0"/>
            <a:r>
              <a:rPr lang="en-US" dirty="0"/>
              <a:t>Click to add text </a:t>
            </a:r>
          </a:p>
          <a:p>
            <a:pPr marL="685800" lvl="1" indent="-228600"/>
            <a:r>
              <a:rPr lang="en-US" dirty="0"/>
              <a:t>Second level</a:t>
            </a:r>
          </a:p>
          <a:p>
            <a:pPr marL="1143000" lvl="2" indent="-228600"/>
            <a:r>
              <a:rPr lang="en-US" dirty="0"/>
              <a:t>Third level</a:t>
            </a:r>
          </a:p>
          <a:p>
            <a:pPr marL="1600200" lvl="3" indent="-228600"/>
            <a:r>
              <a:rPr lang="en-US" dirty="0"/>
              <a:t>Fourth level</a:t>
            </a:r>
          </a:p>
          <a:p>
            <a:pPr marL="2057400" lvl="4" indent="-228600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7113F543-A373-5951-EBF3-7E283EE52F0B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241471" y="2417763"/>
            <a:ext cx="6188529" cy="373697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D4C80AE-01F3-AAB6-99EF-DB1B5934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0241B24-8629-6BC2-C72F-A156F062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FBBF9-1C14-3371-F0AC-507FFCAB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89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9866540" cy="1358140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0232-76AA-C9E3-F846-8DB1B44E5AF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552575" y="2481940"/>
            <a:ext cx="6477952" cy="36358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2pPr>
            <a:lvl3pPr marL="9144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  <a:lvl4pPr marL="13716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4pPr>
            <a:lvl5pPr marL="18288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7A04978-5D2C-BBF1-9C05-C527176190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72723" y="2481940"/>
            <a:ext cx="3046391" cy="3759200"/>
          </a:xfrm>
        </p:spPr>
        <p:txBody>
          <a:bodyPr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800100" indent="-342900">
              <a:spcAft>
                <a:spcPts val="600"/>
              </a:spcAft>
              <a:buFont typeface="+mj-lt"/>
              <a:buAutoNum type="alphaLcPeriod"/>
              <a:defRPr sz="1800">
                <a:solidFill>
                  <a:schemeClr val="bg1"/>
                </a:solidFill>
              </a:defRPr>
            </a:lvl2pPr>
            <a:lvl3pPr marL="1257300" indent="-342900">
              <a:spcAft>
                <a:spcPts val="600"/>
              </a:spcAft>
              <a:buFont typeface="+mj-lt"/>
              <a:buAutoNum type="arabicParenR"/>
              <a:defRPr sz="1800">
                <a:solidFill>
                  <a:schemeClr val="bg1"/>
                </a:solidFill>
              </a:defRPr>
            </a:lvl3pPr>
            <a:lvl4pPr marL="1714500" indent="-342900">
              <a:spcAft>
                <a:spcPts val="600"/>
              </a:spcAft>
              <a:buFont typeface="+mj-lt"/>
              <a:buAutoNum type="alphaLcParenR"/>
              <a:defRPr sz="1800">
                <a:solidFill>
                  <a:schemeClr val="bg1"/>
                </a:solidFill>
              </a:defRPr>
            </a:lvl4pPr>
            <a:lvl5pPr marL="2171700" indent="-342900">
              <a:spcAft>
                <a:spcPts val="600"/>
              </a:spcAft>
              <a:buFont typeface="+mj-lt"/>
              <a:buAutoNum type="romanLcPeriod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3" name="Date Placeholder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155" y="896112"/>
            <a:ext cx="10665845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E06194BC-6453-CA18-2623-B07F3A5D4E9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62000" y="2417763"/>
            <a:ext cx="10665845" cy="3678235"/>
          </a:xfrm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insert table</a:t>
            </a:r>
          </a:p>
          <a:p>
            <a:endParaRPr lang="en-US" dirty="0"/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A465A0-88AA-B50B-92D8-3A549283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195F626-7C08-9907-6A85-922BE6A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AD34A-4F3F-C89B-BBBC-E7740F41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11C2927-0A13-DC57-A83B-B8DB787A4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00245" y="544285"/>
            <a:ext cx="5528217" cy="2685383"/>
          </a:xfrm>
        </p:spPr>
        <p:txBody>
          <a:bodyPr anchor="b">
            <a:normAutofit/>
          </a:bodyPr>
          <a:lstStyle>
            <a:lvl1pPr algn="l">
              <a:defRPr sz="44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6340" y="3423773"/>
            <a:ext cx="5528217" cy="202996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66" r:id="rId2"/>
    <p:sldLayoutId id="2147483704" r:id="rId3"/>
    <p:sldLayoutId id="2147483702" r:id="rId4"/>
    <p:sldLayoutId id="2147483678" r:id="rId5"/>
    <p:sldLayoutId id="2147483681" r:id="rId6"/>
    <p:sldLayoutId id="2147483696" r:id="rId7"/>
    <p:sldLayoutId id="2147483691" r:id="rId8"/>
    <p:sldLayoutId id="2147483677" r:id="rId9"/>
    <p:sldLayoutId id="2147483699" r:id="rId10"/>
    <p:sldLayoutId id="2147483685" r:id="rId11"/>
    <p:sldLayoutId id="2147483676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4772" y="677918"/>
            <a:ext cx="6856292" cy="3590596"/>
          </a:xfrm>
        </p:spPr>
        <p:txBody>
          <a:bodyPr>
            <a:normAutofit/>
          </a:bodyPr>
          <a:lstStyle/>
          <a:p>
            <a:r>
              <a:rPr lang="en-US" dirty="0" err="1"/>
              <a:t>Soluci</a:t>
            </a:r>
            <a:r>
              <a:rPr lang="es-419" dirty="0" err="1"/>
              <a:t>ón</a:t>
            </a:r>
            <a:br>
              <a:rPr lang="es-419" dirty="0"/>
            </a:br>
            <a:r>
              <a:rPr lang="es-419" dirty="0"/>
              <a:t>Coffe </a:t>
            </a:r>
            <a:r>
              <a:rPr lang="es-419" dirty="0" err="1"/>
              <a:t>Maker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950" y="429461"/>
            <a:ext cx="6343650" cy="764857"/>
          </a:xfrm>
        </p:spPr>
        <p:txBody>
          <a:bodyPr>
            <a:normAutofit/>
          </a:bodyPr>
          <a:lstStyle/>
          <a:p>
            <a:r>
              <a:rPr lang="en-US" dirty="0"/>
              <a:t>Agenda</a:t>
            </a:r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182934" y="1275670"/>
            <a:ext cx="7750919" cy="508068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s-ES" dirty="0"/>
              <a:t>Identificación de necesidades tecnológicas y operativas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Problemáticas</a:t>
            </a:r>
            <a:r>
              <a:rPr lang="en-US" dirty="0"/>
              <a:t> </a:t>
            </a:r>
            <a:r>
              <a:rPr lang="en-US" dirty="0" err="1"/>
              <a:t>críticas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Objetivos</a:t>
            </a:r>
            <a:r>
              <a:rPr lang="en-US" dirty="0"/>
              <a:t> de la </a:t>
            </a:r>
            <a:r>
              <a:rPr lang="en-US" dirty="0" err="1"/>
              <a:t>solución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s-ES" dirty="0"/>
              <a:t>Arquitectura y metodología de desarrollo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Infraestructura</a:t>
            </a:r>
            <a:r>
              <a:rPr lang="en-US" dirty="0"/>
              <a:t> </a:t>
            </a:r>
            <a:r>
              <a:rPr lang="en-US" dirty="0" err="1"/>
              <a:t>necesaria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Plan de </a:t>
            </a:r>
            <a:r>
              <a:rPr lang="en-US" dirty="0" err="1"/>
              <a:t>ejecución</a:t>
            </a:r>
            <a:r>
              <a:rPr lang="en-US" dirty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Viabilidad</a:t>
            </a:r>
            <a:r>
              <a:rPr lang="en-US" dirty="0"/>
              <a:t> </a:t>
            </a:r>
            <a:r>
              <a:rPr lang="en-US" dirty="0" err="1"/>
              <a:t>económica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Definición</a:t>
            </a:r>
            <a:r>
              <a:rPr lang="en-US" dirty="0"/>
              <a:t> de KPIs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27DCA-F11F-1716-00DA-9EF49F131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896112"/>
            <a:ext cx="6589150" cy="634108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Tecnológicas</a:t>
            </a:r>
            <a:r>
              <a:rPr lang="en-US" dirty="0"/>
              <a:t>: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C050D-BAF4-C23C-F8EC-24DEC4293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FE727F3-3B09-0321-5ED9-1F9710711EED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289249" y="2045889"/>
            <a:ext cx="742716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Sistema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POS local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cada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restaurante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funcione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offline y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sincronice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con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sede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Servidor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central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sede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administrativa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contabilidad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nómina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inventario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Módulo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web/app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móvil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para delivery,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pedidos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online y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pagos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electrónicos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CRM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para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conocer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hábitos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consumo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y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personalizar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promociones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Seguridad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firewalls, VPN,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respaldos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automáticos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cifrado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datos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5A4C2-24F7-0A03-B5B0-4FF0CFCF4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BDC2F-22DB-1F37-BD54-BBEE499C8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896112"/>
            <a:ext cx="6589150" cy="634108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Operativas</a:t>
            </a:r>
            <a:r>
              <a:rPr lang="en-US" dirty="0"/>
              <a:t>: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0661C5-7FC7-CD92-B115-DA7970548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7D1700D-6DDD-F6B7-586E-A42CAA6A0B26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130305" y="2459504"/>
            <a:ext cx="760336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Control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en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tiempo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real de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inventario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y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pedidos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Reabastecimiento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automático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con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proveedores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Priorización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órdenes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en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cocina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Registro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de horas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trabajadas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y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nómina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automatizada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Reportes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contabilidad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y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ventas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centralizados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44626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AFA43-B200-B0E1-9C14-84478C4A4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ED195-EA3E-7AD6-F238-242A6A447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896112"/>
            <a:ext cx="7038391" cy="65277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Problemáticas</a:t>
            </a:r>
            <a:r>
              <a:rPr lang="en-US" dirty="0"/>
              <a:t> </a:t>
            </a:r>
            <a:r>
              <a:rPr lang="en-US" dirty="0" err="1"/>
              <a:t>críticas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F1F87-D880-C678-55C3-903E22D65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0F2EF1A-EA4B-E445-92DC-A09C98EEF6B7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130175" y="2690337"/>
            <a:ext cx="7548919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Riesgo de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conectividad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débil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en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áreas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rurales.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Altos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costos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iniciales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implementación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(hardware, software,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capacitación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Resistencia al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cambio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por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parte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empleados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Necesidad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garantizar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seguridad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en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pagos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electrónicos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12769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A87BA-C582-2DA7-A013-1F0EF8217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459D9-B776-341C-1DA8-5821E6291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105" y="756153"/>
            <a:ext cx="7812833" cy="65277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Objetivos</a:t>
            </a:r>
            <a:r>
              <a:rPr lang="en-US" dirty="0"/>
              <a:t> de la </a:t>
            </a:r>
            <a:r>
              <a:rPr lang="en-US" dirty="0" err="1"/>
              <a:t>solución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665BF-8972-E4C8-B028-3B535A3D6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CF36323-C3BF-131D-E612-5CF448F85258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130176" y="1843951"/>
            <a:ext cx="7894152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Implementar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un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sistema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híbrido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que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garantice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la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operación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continua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aun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sin internet.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Centralizar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la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gestión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administrativa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contable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y de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inventario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en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la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sede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Facilitar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pedidos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y delivery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vía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web/app,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integrando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pagos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electrónicos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Mejorar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la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eficiencia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operativa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con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automatización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en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cocina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inventarios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y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nómina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Obtener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métricas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confiables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para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decisiones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estratégicas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ventas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promociones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expansión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741838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896112"/>
            <a:ext cx="9389288" cy="727415"/>
          </a:xfrm>
        </p:spPr>
        <p:txBody>
          <a:bodyPr/>
          <a:lstStyle/>
          <a:p>
            <a:r>
              <a:rPr lang="en-US" dirty="0" err="1"/>
              <a:t>Arquitectura</a:t>
            </a:r>
            <a:r>
              <a:rPr lang="en-US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6B31B0-7B84-475D-961F-09C0191F91A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71525" y="2590800"/>
            <a:ext cx="4514850" cy="35052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b="1" dirty="0"/>
              <a:t>Arquitectura:</a:t>
            </a:r>
            <a:endParaRPr lang="es-ES" dirty="0"/>
          </a:p>
          <a:p>
            <a:r>
              <a:rPr lang="es-ES" b="1" dirty="0"/>
              <a:t>Capa local (POS en restaurantes):</a:t>
            </a:r>
            <a:r>
              <a:rPr lang="es-ES" dirty="0"/>
              <a:t> pedidos en mesa, cocina y caja.</a:t>
            </a:r>
          </a:p>
          <a:p>
            <a:r>
              <a:rPr lang="es-ES" b="1" dirty="0"/>
              <a:t>Capa central (servidor en sede):</a:t>
            </a:r>
            <a:r>
              <a:rPr lang="es-ES" dirty="0"/>
              <a:t> inventarios, contabilidad, RRHH, compras.</a:t>
            </a:r>
          </a:p>
          <a:p>
            <a:r>
              <a:rPr lang="es-ES" b="1" dirty="0"/>
              <a:t>Capa de cliente (web/app móvil):</a:t>
            </a:r>
            <a:r>
              <a:rPr lang="es-ES" dirty="0"/>
              <a:t> pedidos </a:t>
            </a:r>
            <a:r>
              <a:rPr lang="es-ES" dirty="0" err="1"/>
              <a:t>delivery</a:t>
            </a:r>
            <a:r>
              <a:rPr lang="es-ES" dirty="0"/>
              <a:t>, pagos, promociones.</a:t>
            </a:r>
          </a:p>
          <a:p>
            <a:r>
              <a:rPr lang="es-ES" dirty="0"/>
              <a:t>Comunicación mediante </a:t>
            </a:r>
            <a:r>
              <a:rPr lang="es-ES" b="1" dirty="0"/>
              <a:t>sincronización en red privada + nube</a:t>
            </a:r>
            <a:r>
              <a:rPr lang="es-ES" dirty="0"/>
              <a:t>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61B51-19E8-1412-3155-39DDEACA1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A7635-4099-5AF1-BDE2-180BFC5F1958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974C815-BB21-0A9C-5D60-12E9F694C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304439"/>
            <a:ext cx="3826181" cy="5234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694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026DE-3739-D4D4-0EEB-A5C3A1B40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1D48236-F54D-8985-AE66-71F17DE02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896112"/>
            <a:ext cx="9389288" cy="727415"/>
          </a:xfrm>
        </p:spPr>
        <p:txBody>
          <a:bodyPr/>
          <a:lstStyle/>
          <a:p>
            <a:r>
              <a:rPr lang="en-US" dirty="0" err="1"/>
              <a:t>Metodología</a:t>
            </a:r>
            <a:r>
              <a:rPr lang="en-US" dirty="0"/>
              <a:t> de </a:t>
            </a:r>
            <a:r>
              <a:rPr lang="en-US" dirty="0" err="1"/>
              <a:t>desarrollo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983644-D747-50EC-2DDA-EE94F206C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1B64077F-9075-E877-0652-744429ADE014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846170" y="1623527"/>
            <a:ext cx="870302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Metodología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Ágil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(Scrum/kanban)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entregas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incrementales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Justificación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permite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adaptarse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cambios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negocio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lanzar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módulos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074F1937-AC42-AB9F-9D1A-A745D19B6C84}"/>
              </a:ext>
            </a:extLst>
          </p:cNvPr>
          <p:cNvSpPr>
            <a:spLocks noGrp="1" noChangeArrowheads="1"/>
          </p:cNvSpPr>
          <p:nvPr>
            <p:ph sz="half" idx="15"/>
          </p:nvPr>
        </p:nvSpPr>
        <p:spPr bwMode="auto">
          <a:xfrm>
            <a:off x="846171" y="2590800"/>
            <a:ext cx="9314854" cy="350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Dirección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control (2):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 Product Owner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 Scrum Master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Equipo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técnico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(4–5):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Arquitecto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/ Full Stack Senior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Desarrolladores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(Backend/Frontend)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 QA Tester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 Mobile developer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Soporte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negocio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(2):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 Consultor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financiero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contable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Gerente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restaurante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usuario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clave)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F5ED92D-5657-A75E-B625-56BE07D265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6380" y="2590800"/>
            <a:ext cx="4895658" cy="3340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27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77253-5B98-C445-1392-68362DBE1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8AF4E9-2109-66E5-A87E-FCF0DFCFF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896112"/>
            <a:ext cx="9389288" cy="727415"/>
          </a:xfrm>
        </p:spPr>
        <p:txBody>
          <a:bodyPr/>
          <a:lstStyle/>
          <a:p>
            <a:r>
              <a:rPr lang="en-US" dirty="0" err="1"/>
              <a:t>Infraestructura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094461-4DDD-528A-DA12-1FE94D225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A405C-379A-20E1-C80E-74A502F698A2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C4F8FE9-D85F-985F-AE30-7BDBB54B64BB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639180" y="3721554"/>
            <a:ext cx="265112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Hardware: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Servidores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sede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(con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redundancia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 (tablets o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terminales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cada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restaurante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Equipos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cocina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pantallas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órdenes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Routers, firewalls, switches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administrables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Software: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ERP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híbrido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servidor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central +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módulos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móvil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sitio web.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CRM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integrado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Conexión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internet con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redundancia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VPN para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comunicación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segura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entre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sede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restaurantes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B04C9E-BB58-5BF9-C2FB-573966B9CE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5322" y="1259819"/>
            <a:ext cx="3891254" cy="4941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3204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7B7D7-81CD-A717-CE7D-8E46E978C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8DB4C59-72B8-9CCB-8D02-CB4FE54A2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53" y="886781"/>
            <a:ext cx="9967811" cy="727415"/>
          </a:xfrm>
        </p:spPr>
        <p:txBody>
          <a:bodyPr>
            <a:noAutofit/>
          </a:bodyPr>
          <a:lstStyle/>
          <a:p>
            <a:r>
              <a:rPr lang="es-ES" sz="2800" dirty="0"/>
              <a:t>Plan de ejecución</a:t>
            </a:r>
            <a:endParaRPr lang="en-US" sz="28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9A08C7-4DC4-9221-D959-01D9B16F8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39938-BAF9-B816-28B9-C06B3C8146CB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E3A091-16B6-DFA9-F5B4-853CF7779F4C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639763" y="2059385"/>
            <a:ext cx="6095579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Fase 1 (0–3 meses):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Diseño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del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sistema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selección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proveedor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ERP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híbrido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Instalación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restaurante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piloto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+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sede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administrativa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Capacitación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inicial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 personal.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Fase 2 (4–9 meses):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Expansión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más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restaurantes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urbanos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Implementación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del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módulo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web/app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móvil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Integración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proveedores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Fase 3 (10–18 meses):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Extensión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restaurantes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rurales.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Optimización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reportes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BI y CRM.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Capacitación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continua.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03511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6FDDE-DB9B-894A-75F3-3F0964BCB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31E7096-D108-74FB-DAC7-55DD0E27C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8106" y="3256756"/>
            <a:ext cx="9967811" cy="727415"/>
          </a:xfrm>
        </p:spPr>
        <p:txBody>
          <a:bodyPr>
            <a:noAutofit/>
          </a:bodyPr>
          <a:lstStyle/>
          <a:p>
            <a:r>
              <a:rPr lang="es-ES" sz="2800" dirty="0"/>
              <a:t>Costos</a:t>
            </a:r>
            <a:endParaRPr lang="en-US" sz="28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150829-2483-5F98-E219-EC150E517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D018E-4528-2D6E-9B80-F741181F5295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50677B2-2CFD-5E93-D9F2-CF87CF5C31BF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639763" y="372137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67541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6F41C-7A5D-8B77-8C59-4CB70D0FA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76BC3C-D107-D888-A873-1DB9D7D08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523" y="149662"/>
            <a:ext cx="9967811" cy="727415"/>
          </a:xfrm>
        </p:spPr>
        <p:txBody>
          <a:bodyPr>
            <a:noAutofit/>
          </a:bodyPr>
          <a:lstStyle/>
          <a:p>
            <a:r>
              <a:rPr lang="es-ES" sz="2800" dirty="0" err="1"/>
              <a:t>KPIs</a:t>
            </a:r>
            <a:endParaRPr lang="en-US" sz="28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5F6651-75BE-1389-5CC0-8959750B9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989E1-ABA3-CD49-9D8D-EE92F471B9EA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8DDB323-7AC9-DA72-215C-1F5863F9A334}"/>
              </a:ext>
            </a:extLst>
          </p:cNvPr>
          <p:cNvGraphicFramePr>
            <a:graphicFrameLocks noGrp="1"/>
          </p:cNvGraphicFramePr>
          <p:nvPr>
            <p:ph sz="half" idx="14"/>
            <p:extLst>
              <p:ext uri="{D42A27DB-BD31-4B8C-83A1-F6EECF244321}">
                <p14:modId xmlns:p14="http://schemas.microsoft.com/office/powerpoint/2010/main" val="3913004802"/>
              </p:ext>
            </p:extLst>
          </p:nvPr>
        </p:nvGraphicFramePr>
        <p:xfrm>
          <a:off x="1040978" y="1669807"/>
          <a:ext cx="8998759" cy="3177767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3800833">
                  <a:extLst>
                    <a:ext uri="{9D8B030D-6E8A-4147-A177-3AD203B41FA5}">
                      <a16:colId xmlns:a16="http://schemas.microsoft.com/office/drawing/2014/main" val="1460315175"/>
                    </a:ext>
                  </a:extLst>
                </a:gridCol>
                <a:gridCol w="2136686">
                  <a:extLst>
                    <a:ext uri="{9D8B030D-6E8A-4147-A177-3AD203B41FA5}">
                      <a16:colId xmlns:a16="http://schemas.microsoft.com/office/drawing/2014/main" val="3033594824"/>
                    </a:ext>
                  </a:extLst>
                </a:gridCol>
                <a:gridCol w="3061240">
                  <a:extLst>
                    <a:ext uri="{9D8B030D-6E8A-4147-A177-3AD203B41FA5}">
                      <a16:colId xmlns:a16="http://schemas.microsoft.com/office/drawing/2014/main" val="387335235"/>
                    </a:ext>
                  </a:extLst>
                </a:gridCol>
              </a:tblGrid>
              <a:tr h="36728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KPI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2" marR="252" marT="25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Meta Esperada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2" marR="252" marT="25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 err="1">
                          <a:effectLst/>
                        </a:rPr>
                        <a:t>Objetivo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2" marR="252" marT="252" marB="0" anchor="b"/>
                </a:tc>
                <a:extLst>
                  <a:ext uri="{0D108BD9-81ED-4DB2-BD59-A6C34878D82A}">
                    <a16:rowId xmlns:a16="http://schemas.microsoft.com/office/drawing/2014/main" val="1526430341"/>
                  </a:ext>
                </a:extLst>
              </a:tr>
              <a:tr h="7325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Disponibilidad del sistema (Uptime)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2" marR="252" marT="25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≥ 99.5%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2" marR="252" marT="25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u="none" strike="noStrike">
                          <a:effectLst/>
                        </a:rPr>
                        <a:t>Garantizar continuidad en restaurantes y sede central.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2" marR="252" marT="252" marB="0" anchor="b"/>
                </a:tc>
                <a:extLst>
                  <a:ext uri="{0D108BD9-81ED-4DB2-BD59-A6C34878D82A}">
                    <a16:rowId xmlns:a16="http://schemas.microsoft.com/office/drawing/2014/main" val="3650199074"/>
                  </a:ext>
                </a:extLst>
              </a:tr>
              <a:tr h="6107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u="none" strike="noStrike">
                          <a:effectLst/>
                        </a:rPr>
                        <a:t>Tiempo promedio de respuesta del POS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2" marR="252" marT="25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&lt; 2 seg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2" marR="252" marT="25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u="none" strike="noStrike">
                          <a:effectLst/>
                        </a:rPr>
                        <a:t>Agilizar pedidos y cobros en caja/mesas.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2" marR="252" marT="252" marB="0" anchor="b"/>
                </a:tc>
                <a:extLst>
                  <a:ext uri="{0D108BD9-81ED-4DB2-BD59-A6C34878D82A}">
                    <a16:rowId xmlns:a16="http://schemas.microsoft.com/office/drawing/2014/main" val="3237759785"/>
                  </a:ext>
                </a:extLst>
              </a:tr>
              <a:tr h="48904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u="none" strike="noStrike">
                          <a:effectLst/>
                        </a:rPr>
                        <a:t>Tiempo promedio de atención al cliente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2" marR="252" marT="25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&lt; 10 min por mesa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2" marR="252" marT="25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Mejorar satisfacción del cliente.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2" marR="252" marT="252" marB="0" anchor="b"/>
                </a:tc>
                <a:extLst>
                  <a:ext uri="{0D108BD9-81ED-4DB2-BD59-A6C34878D82A}">
                    <a16:rowId xmlns:a16="http://schemas.microsoft.com/office/drawing/2014/main" val="1210123477"/>
                  </a:ext>
                </a:extLst>
              </a:tr>
              <a:tr h="48904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u="none" strike="noStrike">
                          <a:effectLst/>
                        </a:rPr>
                        <a:t>Incremento en ventas por delivery/app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2" marR="252" marT="25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+15% anual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2" marR="252" marT="25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Expandir canales digitales.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2" marR="252" marT="252" marB="0" anchor="b"/>
                </a:tc>
                <a:extLst>
                  <a:ext uri="{0D108BD9-81ED-4DB2-BD59-A6C34878D82A}">
                    <a16:rowId xmlns:a16="http://schemas.microsoft.com/office/drawing/2014/main" val="2549143071"/>
                  </a:ext>
                </a:extLst>
              </a:tr>
              <a:tr h="48904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u="none" strike="noStrike">
                          <a:effectLst/>
                        </a:rPr>
                        <a:t>Promociones canjeadas en App/Web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2" marR="252" marT="25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≥ 70%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2" marR="252" marT="25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 err="1">
                          <a:effectLst/>
                        </a:rPr>
                        <a:t>Aumentar</a:t>
                      </a:r>
                      <a:r>
                        <a:rPr lang="en-US" sz="1600" u="none" strike="noStrike" dirty="0">
                          <a:effectLst/>
                        </a:rPr>
                        <a:t> engagement digital.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2" marR="252" marT="252" marB="0" anchor="b"/>
                </a:tc>
                <a:extLst>
                  <a:ext uri="{0D108BD9-81ED-4DB2-BD59-A6C34878D82A}">
                    <a16:rowId xmlns:a16="http://schemas.microsoft.com/office/drawing/2014/main" val="14637272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90689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245" y="544285"/>
            <a:ext cx="5528217" cy="2685383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FFC60-19C3-4901-93F7-7AAF4C09F8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6340" y="3423773"/>
            <a:ext cx="5528217" cy="2029969"/>
          </a:xfrm>
        </p:spPr>
        <p:txBody>
          <a:bodyPr bIns="0">
            <a:normAutofit/>
          </a:bodyPr>
          <a:lstStyle/>
          <a:p>
            <a:r>
              <a:rPr lang="en-US" dirty="0" err="1"/>
              <a:t>Chanitop</a:t>
            </a:r>
            <a:r>
              <a:rPr lang="en-US" dirty="0"/>
              <a:t> Chang</a:t>
            </a:r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4">
      <a:dk1>
        <a:sysClr val="windowText" lastClr="000000"/>
      </a:dk1>
      <a:lt1>
        <a:sysClr val="window" lastClr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3968143_Win32_SL_V3" id="{4DA6DF5E-F5DF-461D-8863-50E9C5721FD0}" vid="{BC6DDDB8-E14A-47D1-98C5-2C109624FD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F65614A-92F9-4391-AC3D-F3F5B0704F9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8903D25-5BE2-4D9E-B7D8-BE1DCAE2DC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451406B-581B-4C29-A833-E33D8A6AB07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{E850D802-668F-4F47-B61F-DCC9BEA0888D}TF55c86556-70ea-476e-aa05-13a38f2d5b0da1381d77_win32-a3c664429073</Template>
  <TotalTime>89</TotalTime>
  <Words>646</Words>
  <Application>Microsoft Office PowerPoint</Application>
  <PresentationFormat>Widescreen</PresentationFormat>
  <Paragraphs>125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 Narrow</vt:lpstr>
      <vt:lpstr>Arial</vt:lpstr>
      <vt:lpstr>Avenir Next LT Pro</vt:lpstr>
      <vt:lpstr>Calibri</vt:lpstr>
      <vt:lpstr>Custom</vt:lpstr>
      <vt:lpstr>Solución Coffe Maker</vt:lpstr>
      <vt:lpstr>Agenda</vt:lpstr>
      <vt:lpstr>Tecnológicas:</vt:lpstr>
      <vt:lpstr>Operativas:</vt:lpstr>
      <vt:lpstr>Problemáticas críticas</vt:lpstr>
      <vt:lpstr>Objetivos de la solución</vt:lpstr>
      <vt:lpstr>Arquitectura </vt:lpstr>
      <vt:lpstr>Metodología de desarrollo</vt:lpstr>
      <vt:lpstr>Infraestructura</vt:lpstr>
      <vt:lpstr>Plan de ejecución</vt:lpstr>
      <vt:lpstr>Costos</vt:lpstr>
      <vt:lpstr>KPIs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Chang, Jose De Leon</dc:creator>
  <cp:lastModifiedBy>Chang, Jose De Leon</cp:lastModifiedBy>
  <cp:revision>4</cp:revision>
  <dcterms:created xsi:type="dcterms:W3CDTF">2025-08-21T15:24:57Z</dcterms:created>
  <dcterms:modified xsi:type="dcterms:W3CDTF">2025-08-21T16:58:33Z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